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3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2A35"/>
                </a:solidFill>
                <a:latin typeface="Arial"/>
              </a:rPr>
              <a:t>Error on unseen months (rentals/hour, 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2A6F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Seasonal baseline</c:v>
                  </c:pt>
                  <c:pt idx="1">
                    <c:v>HistGradientBoosting</c:v>
                  </c:pt>
                  <c:pt idx="2">
                    <c:v>RandomForest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56.2</c:v>
                </c:pt>
                <c:pt idx="1">
                  <c:v>44.5</c:v>
                </c:pt>
                <c:pt idx="2">
                  <c:v>49.9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Peak-hour MAE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Seasonal baseline</c:v>
                  </c:pt>
                  <c:pt idx="1">
                    <c:v>HistGradientBoosting</c:v>
                  </c:pt>
                  <c:pt idx="2">
                    <c:v>RandomForest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87.9</c:v>
                </c:pt>
                <c:pt idx="1">
                  <c:v>82.8</c:v>
                </c:pt>
                <c:pt idx="2">
                  <c:v>87.8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Riders can't find bikes while bikes sit idle. The CEO asks: buy more bikes, or allocate better? This is a human-led, AI-assisted analysis of the 2011-12 Capital Bikeshare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conclusion. All three numbers come from the executed notebook. The fleet number is a scenario built on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sigmoid-bike-sharing-4sbnqpjtvqpqxdpayyzvjz.streamlit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Bikes or Better Allocation?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Bike-sharing demand analysis, forecast model and natural-language prototype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Data Science Trainee · Case Study Round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Anand · NIT Warangal · 26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first: timing, not fleet size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supports, and what it cannot prove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Round 2 · Aditya Anand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36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6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working-day rentals fall in the 07-09 and 17-19 commute windows (vs 26.0% on non-working days)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6898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1860" y="1536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0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0.90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451860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forecast on unseen Jul-Dec 2012; under-predicts peaks by ~51/hr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1371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536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A6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~491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bikes needed in the default scenario, vs a fictional fleet of 2,000 (scenario, not a requirement)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40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forecast-guided redistribution and fleet-health fixes before buying bikes. Redistribution is not proven as the root cause: there is no station-level or unmet-demand data.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quality: clean, with documented gaps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17,379 hourly rows · 731 days · 2011-2012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Round 2 · Aditya Anand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nulls or duplicates; cnt = casual + registered on every row; hourly sums match day.csv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 missing hours, mostly 00-06 h; 8 incomplete days incl. Hurricane Sandy, flagged and excluded from tests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 = 0 (22 rows) and windspeed = 0 (2,180 rows) look like missing values; documented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guard: casual and registered never used as model inputs</a:t>
            </a:r>
            <a:endParaRPr lang="en-US" sz="1250" dirty="0"/>
          </a:p>
        </p:txBody>
      </p:sp>
      <p:pic>
        <p:nvPicPr>
          <p:cNvPr id="6" name="Image 0" descr="/home/claude/Sigmoid_Bike_Sharing_Case_Study/outputs/01_hourly_profile_by_daytyp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0" y="1325880"/>
            <a:ext cx="4297680" cy="2011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389120" y="3429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days: sharp 08:00 and 17-18:00 peaks. Non-working days: a midday plateau.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 commute windows dominate working days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day · one-sided Mann-Whitney · incomplete days excluded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Round 2 · Aditya Anand</a:t>
            </a:r>
            <a:endParaRPr lang="en-US" sz="900" dirty="0"/>
          </a:p>
        </p:txBody>
      </p:sp>
      <p:pic>
        <p:nvPicPr>
          <p:cNvPr id="5" name="Image 0" descr="/home/claude/Sigmoid_Bike_Sharing_Case_Study/outputs/04_h1_peak_sha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4206240" cy="2651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92040" y="137160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51.7% vs 26.0% of daily rentals in commute windows (494 vs 229 days)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≈ 4e-102; rank-biserial r = 0.99; shift 26.2 pts (95% CI 25.7-26.8)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in all four seasons; 92% of peak riders are registered users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WHEN bikes must be in place, not WHERE they travel: that needs trip data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H3: the July dip looks like heat, not rain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guessed 'monsoon'; the data says otherwise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Round 2 · Aditya Anand</a:t>
            </a:r>
            <a:endParaRPr lang="en-US" sz="900" dirty="0"/>
          </a:p>
        </p:txBody>
      </p:sp>
      <p:pic>
        <p:nvPicPr>
          <p:cNvPr id="5" name="Image 0" descr="/home/claude/Sigmoid_Bike_Sharing_Case_Study/outputs/05_h3_he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4206240" cy="2651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92040" y="137160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2011: hottest month (31.1 °C) and fewest rain hours (2.0%)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Pre-specified 32 °C test: median shift −5.0 pts (95% CI −8.4 to −1.3), p = 0.003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Mean-based test borderline (95% CI includes 0): modest evidence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34-36 °C look stronger but were chosen after seeing data: exploratory only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model: best overall, misses peaks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to 30 Jun 2012 · test Jul-Dec 2012 · no leakage features, no lags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Round 2 · Aditya Anand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303520" y="137160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model: HistGradientBoosting (MAE 44.5, R² 0.90)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limitation: under-predicts commute peaks by ~51/hr; trees can't extrapolate 2012 growth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rather than tuned late; fleet sizing keeps observed percentiles as reference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scenarios: few bikes ride at once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= demand/hr × trip hours × spatial buffer ÷ (1 − maintenance share)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Round 2 · Aditya Anand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 length \ buffer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fleet at 2012 p95 demand (662/hr), 10% maintenance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a 2,000-bike fleet riding at once (20-min trips): 8.8% average busiest hour, 11.0% p95 hour, 16.3% single busiest hour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bikes only fall short if positioning needs a buffer of ~8x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Assumed trip length, buffer and fictional fleet: scenarios, not verified requirements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Prototype: ask demand questions in plain English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 · Gemini function calling · deterministic fallback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Round 2 · Aditya Anand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46304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Manager's question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rot="5400000">
            <a:off x="2350008" y="1755648"/>
            <a:ext cx="182880" cy="237744"/>
          </a:xfrm>
          <a:prstGeom prst="rtTriangl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87752" y="1417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46304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picks a validated function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5400000">
            <a:off x="4480560" y="1755648"/>
            <a:ext cx="182880" cy="237744"/>
          </a:xfrm>
          <a:prstGeom prst="rtTriangl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8304" y="1417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146304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runs on real data / model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rot="5400000">
            <a:off x="6611112" y="1755648"/>
            <a:ext cx="182880" cy="237744"/>
          </a:xfrm>
          <a:prstGeom prst="rtTriangle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48856" y="1417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58584" y="146304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 + raw result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060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whitelisted functions: peaks, day types, weather, seasons, predictions, fleet scenarios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check flags any number not in the function output; unsupported questions (stations, routes) are refused honestly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key or API failure → deterministic router, stated on every answer · 66 automated tests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app: </a:t>
            </a:r>
            <a:pPr indent="0" marL="0">
              <a:buNone/>
            </a:pPr>
            <a:r>
              <a:rPr lang="en-US" sz="1150" u="sng" dirty="0">
                <a:solidFill>
                  <a:srgbClr val="2A6F9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https://sigmoid-bike-sharing-4sbnqpjtvqpqxdpayyzvjz.streamlit.app/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pilot before purchase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344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fleet health first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6362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rentable bikes at 07:00 and 16:30; repair before buying (fits the halved budget)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411480" cy="4114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57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a forecast-guided schedule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38658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Rebalance before ~07:00 and ~16:30 on working days; shift driver hours seasonally (trial ideas)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8803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it properly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0954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week zone pilot vs current schedule; metric: empty-station minutes at commute peaks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7033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only if still short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03250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stations still run empty after rebalancing and repairs, buy for those stations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needed to validate: station dock status, trip start/end and duration, failed rentals, bike health, rebalancing logs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Bikes or Better Allocation?</dc:title>
  <dc:subject>PptxGenJS Presentation</dc:subject>
  <dc:creator>Aditya Anand</dc:creator>
  <cp:lastModifiedBy>Aditya Anand</cp:lastModifiedBy>
  <cp:revision>1</cp:revision>
  <dcterms:created xsi:type="dcterms:W3CDTF">2026-10-26T15:13:14Z</dcterms:created>
  <dcterms:modified xsi:type="dcterms:W3CDTF">2026-10-26T15:13:14Z</dcterms:modified>
</cp:coreProperties>
</file>